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DCA00-0E90-E3FC-DA7C-CD980CE2A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AFD3B-BD84-3660-4BB6-150E5F0C2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8BE6A-1414-9AC9-6BF9-F34C0D42F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152A0-160A-421E-AA98-D8283795567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BD882-1BEC-1B1B-1591-3DD26677F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E9FD-AB6B-3C34-8BC5-7A703A448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BC8B-1952-4C2F-910C-67357C57D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946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1F486-2F3E-DE29-63B7-9A608EAB7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D7D03-8351-DC44-1741-F12C758A5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18A5-0C0F-44AB-1A33-E44D7CA19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152A0-160A-421E-AA98-D8283795567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F5076-0FAE-3634-C5B6-67B8BD42D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38CAF-0F0C-C057-F8C4-D06BB1CFD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BC8B-1952-4C2F-910C-67357C57D0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412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F14D14-8E25-93AC-3BFF-B1A1A9F16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6830D-E4B0-382D-F836-6CBA79C7B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2162D-A51A-9892-0F40-75F116906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E152A0-160A-421E-AA98-D82837955676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25DF9-3249-5E9E-2650-8E69862B6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688E0-D0B5-C589-2ABE-3DFC08CC8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ABC8B-1952-4C2F-910C-67357C57D07F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white rectangular frame with a blue and pink border&#10;&#10;Description automatically generated">
            <a:extLst>
              <a:ext uri="{FF2B5EF4-FFF2-40B4-BE49-F238E27FC236}">
                <a16:creationId xmlns:a16="http://schemas.microsoft.com/office/drawing/2014/main" id="{10B50E92-7357-954C-B164-107C49DC43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 descr="A black sign with white text&#10;&#10;Description automatically generated">
            <a:extLst>
              <a:ext uri="{FF2B5EF4-FFF2-40B4-BE49-F238E27FC236}">
                <a16:creationId xmlns:a16="http://schemas.microsoft.com/office/drawing/2014/main" id="{458CCFC5-52C8-BDB5-727F-884E3056F92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6373" y="218396"/>
            <a:ext cx="2099103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7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0102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Bhatt</dc:creator>
  <cp:lastModifiedBy>Deepak Bhatt</cp:lastModifiedBy>
  <cp:revision>1</cp:revision>
  <dcterms:created xsi:type="dcterms:W3CDTF">2026-08-07T13:53:08Z</dcterms:created>
  <dcterms:modified xsi:type="dcterms:W3CDTF">2026-08-07T13:53:44Z</dcterms:modified>
</cp:coreProperties>
</file>